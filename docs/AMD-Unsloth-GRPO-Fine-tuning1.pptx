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93"/>
  </p:notesMasterIdLst>
  <p:handoutMasterIdLst>
    <p:handoutMasterId r:id="rId94"/>
  </p:handoutMasterIdLst>
  <p:sldIdLst>
    <p:sldId id="256" r:id="rId70"/>
    <p:sldId id="274" r:id="rId100"/>
    <p:sldId id="257" r:id="rId71"/>
    <p:sldId id="258" r:id="rId72"/>
    <p:sldId id="259" r:id="rId73"/>
    <p:sldId id="260" r:id="rId74"/>
    <p:sldId id="261" r:id="rId75"/>
    <p:sldId id="262" r:id="rId76"/>
    <p:sldId id="263" r:id="rId77"/>
    <p:sldId id="264" r:id="rId78"/>
    <p:sldId id="265" r:id="rId79"/>
    <p:sldId id="266" r:id="rId80"/>
    <p:sldId id="267" r:id="rId81"/>
    <p:sldId id="268" r:id="rId82"/>
    <p:sldId id="269" r:id="rId83"/>
    <p:sldId id="270" r:id="rId84"/>
    <p:sldId id="271" r:id="rId85"/>
    <p:sldId id="272" r:id="rId86"/>
    <p:sldId id="273" r:id="rId87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79" d="100"/>
          <a:sy n="79" d="100"/>
        </p:scale>
        <p:origin x="564" y="78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customXml" Target="../customXml/item20.xml"/><Relationship Id="rId21" Type="http://schemas.openxmlformats.org/officeDocument/2006/relationships/customXml" Target="../customXml/item21.xml"/><Relationship Id="rId22" Type="http://schemas.openxmlformats.org/officeDocument/2006/relationships/customXml" Target="../customXml/item22.xml"/><Relationship Id="rId23" Type="http://schemas.openxmlformats.org/officeDocument/2006/relationships/customXml" Target="../customXml/item23.xml"/><Relationship Id="rId24" Type="http://schemas.openxmlformats.org/officeDocument/2006/relationships/customXml" Target="../customXml/item24.xml"/><Relationship Id="rId25" Type="http://schemas.openxmlformats.org/officeDocument/2006/relationships/customXml" Target="../customXml/item25.xml"/><Relationship Id="rId26" Type="http://schemas.openxmlformats.org/officeDocument/2006/relationships/customXml" Target="../customXml/item26.xml"/><Relationship Id="rId27" Type="http://schemas.openxmlformats.org/officeDocument/2006/relationships/customXml" Target="../customXml/item27.xml"/><Relationship Id="rId28" Type="http://schemas.openxmlformats.org/officeDocument/2006/relationships/customXml" Target="../customXml/item28.xml"/><Relationship Id="rId29" Type="http://schemas.openxmlformats.org/officeDocument/2006/relationships/customXml" Target="../customXml/item29.xml"/><Relationship Id="rId30" Type="http://schemas.openxmlformats.org/officeDocument/2006/relationships/customXml" Target="../customXml/item30.xml"/><Relationship Id="rId31" Type="http://schemas.openxmlformats.org/officeDocument/2006/relationships/customXml" Target="../customXml/item31.xml"/><Relationship Id="rId32" Type="http://schemas.openxmlformats.org/officeDocument/2006/relationships/customXml" Target="../customXml/item32.xml"/><Relationship Id="rId33" Type="http://schemas.openxmlformats.org/officeDocument/2006/relationships/customXml" Target="../customXml/item33.xml"/><Relationship Id="rId34" Type="http://schemas.openxmlformats.org/officeDocument/2006/relationships/customXml" Target="../customXml/item34.xml"/><Relationship Id="rId35" Type="http://schemas.openxmlformats.org/officeDocument/2006/relationships/customXml" Target="../customXml/item35.xml"/><Relationship Id="rId36" Type="http://schemas.openxmlformats.org/officeDocument/2006/relationships/customXml" Target="../customXml/item36.xml"/><Relationship Id="rId37" Type="http://schemas.openxmlformats.org/officeDocument/2006/relationships/customXml" Target="../customXml/item37.xml"/><Relationship Id="rId38" Type="http://schemas.openxmlformats.org/officeDocument/2006/relationships/customXml" Target="../customXml/item38.xml"/><Relationship Id="rId39" Type="http://schemas.openxmlformats.org/officeDocument/2006/relationships/customXml" Target="../customXml/item39.xml"/><Relationship Id="rId40" Type="http://schemas.openxmlformats.org/officeDocument/2006/relationships/customXml" Target="../customXml/item40.xml"/><Relationship Id="rId41" Type="http://schemas.openxmlformats.org/officeDocument/2006/relationships/customXml" Target="../customXml/item41.xml"/><Relationship Id="rId42" Type="http://schemas.openxmlformats.org/officeDocument/2006/relationships/customXml" Target="../customXml/item42.xml"/><Relationship Id="rId43" Type="http://schemas.openxmlformats.org/officeDocument/2006/relationships/customXml" Target="../customXml/item43.xml"/><Relationship Id="rId44" Type="http://schemas.openxmlformats.org/officeDocument/2006/relationships/customXml" Target="../customXml/item44.xml"/><Relationship Id="rId45" Type="http://schemas.openxmlformats.org/officeDocument/2006/relationships/customXml" Target="../customXml/item45.xml"/><Relationship Id="rId46" Type="http://schemas.openxmlformats.org/officeDocument/2006/relationships/customXml" Target="../customXml/item46.xml"/><Relationship Id="rId47" Type="http://schemas.openxmlformats.org/officeDocument/2006/relationships/customXml" Target="../customXml/item47.xml"/><Relationship Id="rId48" Type="http://schemas.openxmlformats.org/officeDocument/2006/relationships/customXml" Target="../customXml/item48.xml"/><Relationship Id="rId49" Type="http://schemas.openxmlformats.org/officeDocument/2006/relationships/customXml" Target="../customXml/item49.xml"/><Relationship Id="rId50" Type="http://schemas.openxmlformats.org/officeDocument/2006/relationships/customXml" Target="../customXml/item50.xml"/><Relationship Id="rId51" Type="http://schemas.openxmlformats.org/officeDocument/2006/relationships/customXml" Target="../customXml/item51.xml"/><Relationship Id="rId52" Type="http://schemas.openxmlformats.org/officeDocument/2006/relationships/customXml" Target="../customXml/item52.xml"/><Relationship Id="rId53" Type="http://schemas.openxmlformats.org/officeDocument/2006/relationships/customXml" Target="../customXml/item53.xml"/><Relationship Id="rId54" Type="http://schemas.openxmlformats.org/officeDocument/2006/relationships/customXml" Target="../customXml/item54.xml"/><Relationship Id="rId55" Type="http://schemas.openxmlformats.org/officeDocument/2006/relationships/customXml" Target="../customXml/item55.xml"/><Relationship Id="rId56" Type="http://schemas.openxmlformats.org/officeDocument/2006/relationships/customXml" Target="../customXml/item56.xml"/><Relationship Id="rId57" Type="http://schemas.openxmlformats.org/officeDocument/2006/relationships/customXml" Target="../customXml/item57.xml"/><Relationship Id="rId58" Type="http://schemas.openxmlformats.org/officeDocument/2006/relationships/customXml" Target="../customXml/item58.xml"/><Relationship Id="rId59" Type="http://schemas.openxmlformats.org/officeDocument/2006/relationships/customXml" Target="../customXml/item59.xml"/><Relationship Id="rId60" Type="http://schemas.openxmlformats.org/officeDocument/2006/relationships/customXml" Target="../customXml/item60.xml"/><Relationship Id="rId61" Type="http://schemas.openxmlformats.org/officeDocument/2006/relationships/customXml" Target="../customXml/item61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1.xml"/><Relationship Id="rId71" Type="http://schemas.openxmlformats.org/officeDocument/2006/relationships/slide" Target="slides/slide2.xml"/><Relationship Id="rId72" Type="http://schemas.openxmlformats.org/officeDocument/2006/relationships/slide" Target="slides/slide3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2" Type="http://schemas.openxmlformats.org/officeDocument/2006/relationships/slide" Target="slides/slide13.xml"/><Relationship Id="rId83" Type="http://schemas.openxmlformats.org/officeDocument/2006/relationships/slide" Target="slides/slide14.xml"/><Relationship Id="rId84" Type="http://schemas.openxmlformats.org/officeDocument/2006/relationships/slide" Target="slides/slide15.xml"/><Relationship Id="rId85" Type="http://schemas.openxmlformats.org/officeDocument/2006/relationships/slide" Target="slides/slide16.xml"/><Relationship Id="rId86" Type="http://schemas.openxmlformats.org/officeDocument/2006/relationships/slide" Target="slides/slide17.xml"/><Relationship Id="rId87" Type="http://schemas.openxmlformats.org/officeDocument/2006/relationships/slide" Target="slides/slide18.xml"/><Relationship Id="rId93" Type="http://schemas.openxmlformats.org/officeDocument/2006/relationships/notesMaster" Target="notesMasters/notesMaster1.xml"/><Relationship Id="rId94" Type="http://schemas.openxmlformats.org/officeDocument/2006/relationships/handoutMaster" Target="handoutMasters/handoutMaster1.xml"/><Relationship Id="rId95" Type="http://schemas.openxmlformats.org/officeDocument/2006/relationships/commentAuthors" Target="commentAuthors.xml"/><Relationship Id="rId96" Type="http://schemas.openxmlformats.org/officeDocument/2006/relationships/presProps" Target="presProps.xml"/><Relationship Id="rId97" Type="http://schemas.openxmlformats.org/officeDocument/2006/relationships/viewProps" Target="viewProps.xml"/><Relationship Id="rId98" Type="http://schemas.openxmlformats.org/officeDocument/2006/relationships/theme" Target="theme/theme1.xml"/><Relationship Id="rId99" Type="http://schemas.openxmlformats.org/officeDocument/2006/relationships/tableStyles" Target="tableStyles.xml"/><Relationship Id="rId100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2/12/2024 2:41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2/12/2024 2:41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 xmlns:a14="http://schemas.microsoft.com/office/drawing/2010/main" xmlns:a16="http://schemas.microsoft.com/office/drawing/2014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theme" Target="../theme/theme1.xml"/><Relationship Id="rId3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gplat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gplat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gplat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gplat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gplat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gplat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gplat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gplat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gplat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gplat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bgplat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bgplat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bgplat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bgplat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bgplate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bgplate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bgplat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bgplat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3" Type="http://schemas.openxmlformats.org/officeDocument/2006/relationships/image" Target="../media/bgplat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AMD Unsloth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600" b="0">
                <a:solidFill>
                  <a:srgbClr val="C6C8CC"/>
                </a:solidFill>
                <a:latin typeface="Klavika Medium"/>
              </a:rPr>
              <a:t>Malini Bhandaru  |  Shailen Sobhee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6C8CC"/>
                </a:solidFill>
                <a:latin typeface="Klavika Regular"/>
              </a:rPr>
              <a:t>That one simple skill, done at enormous scale, is enough to chat, summarise,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Raw next-token predictors. Great starting point for training,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Llama, Qwen, Mistral on Hugging Face know a bit of everything, your job in particular: 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Always return JSON. Always cite sources.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>
                <a:solidFill>
                  <a:srgbClr val="D8DADE"/>
                </a:solidFill>
                <a:latin typeface="Klavika Regular"/>
              </a:rPr>
              <a:t> than stuffing everything into a giant prompt, or paying for an even bigger model. </a:t>
            </a:r>
            <a:r>
              <a:rPr sz="1450" b="1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Original weights stay frozen, only adapters train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Everything LoRA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Two ways to tell a model it did well. One shows the answer, the other 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built in, no glue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DADE"/>
                </a:solidFill>
                <a:latin typeface="Klavika Regular"/>
              </a:rPr>
              <a:t>Unsloth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31363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A8CC"/>
                </a:solidFill>
                <a:latin typeface="Consolas"/>
              </a:rPr>
              <a:t>RadeonUnslothTuning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4983480"/>
            <a:ext cx="4892040" cy="7772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4983480"/>
            <a:ext cx="64008" cy="7772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129784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It is a real GPU, not a simulator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4223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Hosted Jupyter, nothing to install locally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Open a terminal inside Jupyter and confirm the GPU is really there 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rocm-smi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5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2000" b="0">
                <a:solidFill>
                  <a:srgbClr val="C6C8CC"/>
                </a:solidFill>
                <a:latin typeface="Klavika Light"/>
              </a:rPr>
              <a:t>notebooks.amd.com/ind-dev</a:t>
            </a:r>
          </a:p>
          <a:p>
            <a:r>
              <a:rPr sz="2400" b="1">
                <a:solidFill>
                  <a:srgbClr val="FFFFFF"/>
                </a:solidFill>
                <a:latin typeface="Klavika Bold"/>
              </a:rPr>
              <a:t>Password:  RadeonUnslothTuning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6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13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18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19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0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21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22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7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28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FormConfiguration><![CDATA[{"formFields":[],"formDataEntries":[]}]]></TemplafySlideForm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35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36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37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FormConfiguration><![CDATA[{"formFields":[],"formDataEntries":[]}]]></TemplafySlideFormConfiguration>
</file>

<file path=customXml/item40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41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4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43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44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FormConfiguration><![CDATA[{"formFields":[],"formDataEntries":[]}]]></TemplafySlideFormConfiguration>
</file>

<file path=customXml/item47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48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49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52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53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7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FormConfiguration><![CDATA[{"formFields":[],"formDataEntries":[]}]]></TemplafySlideFormConfiguration>
</file>

<file path=customXml/item60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3D719615-E8C3-42D3-B19D-076A1FC4620D}">
  <ds:schemaRefs/>
</ds:datastoreItem>
</file>

<file path=customXml/itemProps2.xml><?xml version="1.0" encoding="utf-8"?>
<ds:datastoreItem xmlns:ds="http://schemas.openxmlformats.org/officeDocument/2006/customXml" ds:itemID="{D5DFDA8F-B725-4CD6-A843-7349EA123794}">
  <ds:schemaRefs/>
</ds:datastoreItem>
</file>

<file path=customXml/itemProps3.xml><?xml version="1.0" encoding="utf-8"?>
<ds:datastoreItem xmlns:ds="http://schemas.openxmlformats.org/officeDocument/2006/customXml" ds:itemID="{CBB24767-B696-4303-95AD-C1F5811D028F}">
  <ds:schemaRefs/>
</ds:datastoreItem>
</file>

<file path=customXml/itemProps4.xml><?xml version="1.0" encoding="utf-8"?>
<ds:datastoreItem xmlns:ds="http://schemas.openxmlformats.org/officeDocument/2006/customXml" ds:itemID="{2EF89111-4289-441B-97BD-A2D8E126532F}">
  <ds:schemaRefs/>
</ds:datastoreItem>
</file>

<file path=customXml/itemProps5.xml><?xml version="1.0" encoding="utf-8"?>
<ds:datastoreItem xmlns:ds="http://schemas.openxmlformats.org/officeDocument/2006/customXml" ds:itemID="{1BCEDA00-0BCE-4F19-A380-8AED6A66E762}">
  <ds:schemaRefs/>
</ds:datastoreItem>
</file>

<file path=customXml/itemProps6.xml><?xml version="1.0" encoding="utf-8"?>
<ds:datastoreItem xmlns:ds="http://schemas.openxmlformats.org/officeDocument/2006/customXml" ds:itemID="{921C0A0B-EE13-4908-9C41-3E7EDF526068}">
  <ds:schemaRefs/>
</ds:datastoreItem>
</file>

<file path=customXml/itemProps7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1669606D-CDD4-43E6-985A-81776140D176}">
  <ds:schemaRefs/>
</ds:datastoreItem>
</file>

<file path=customXml/itemProps9.xml><?xml version="1.0" encoding="utf-8"?>
<ds:datastoreItem xmlns:ds="http://schemas.openxmlformats.org/officeDocument/2006/customXml" ds:itemID="{162E1B2B-387B-423C-8FB0-129D0EE7DD83}">
  <ds:schemaRefs/>
</ds:datastoreItem>
</file>

<file path=customXml/itemProps10.xml><?xml version="1.0" encoding="utf-8"?>
<ds:datastoreItem xmlns:ds="http://schemas.openxmlformats.org/officeDocument/2006/customXml" ds:itemID="{25EDB0A7-1862-4F58-81F8-88FFEB27A481}">
  <ds:schemaRefs/>
</ds:datastoreItem>
</file>

<file path=customXml/itemProps11.xml><?xml version="1.0" encoding="utf-8"?>
<ds:datastoreItem xmlns:ds="http://schemas.openxmlformats.org/officeDocument/2006/customXml" ds:itemID="{C67D3CDE-4F82-4339-9EA4-1EEE33A61958}">
  <ds:schemaRefs/>
</ds:datastoreItem>
</file>

<file path=customXml/itemProps12.xml><?xml version="1.0" encoding="utf-8"?>
<ds:datastoreItem xmlns:ds="http://schemas.openxmlformats.org/officeDocument/2006/customXml" ds:itemID="{95AE8F77-448C-4B7C-8669-DC6D4241F9CE}">
  <ds:schemaRefs/>
</ds:datastoreItem>
</file>

<file path=customXml/itemProps13.xml><?xml version="1.0" encoding="utf-8"?>
<ds:datastoreItem xmlns:ds="http://schemas.openxmlformats.org/officeDocument/2006/customXml" ds:itemID="{0C0AD6D7-0AAB-4CF7-9869-E9E315BAF875}">
  <ds:schemaRefs/>
</ds:datastoreItem>
</file>

<file path=customXml/itemProps14.xml><?xml version="1.0" encoding="utf-8"?>
<ds:datastoreItem xmlns:ds="http://schemas.openxmlformats.org/officeDocument/2006/customXml" ds:itemID="{DDCC6A1B-7673-40E9-AC3E-C0D8F2784A83}">
  <ds:schemaRefs/>
</ds:datastoreItem>
</file>

<file path=customXml/itemProps15.xml><?xml version="1.0" encoding="utf-8"?>
<ds:datastoreItem xmlns:ds="http://schemas.openxmlformats.org/officeDocument/2006/customXml" ds:itemID="{75BD4175-2A6A-457D-B03C-89D272FF4835}">
  <ds:schemaRefs/>
</ds:datastoreItem>
</file>

<file path=customXml/itemProps16.xml><?xml version="1.0" encoding="utf-8"?>
<ds:datastoreItem xmlns:ds="http://schemas.openxmlformats.org/officeDocument/2006/customXml" ds:itemID="{2A1B10AF-5356-4D21-9E16-9423E20937FC}">
  <ds:schemaRefs/>
</ds:datastoreItem>
</file>

<file path=customXml/itemProps17.xml><?xml version="1.0" encoding="utf-8"?>
<ds:datastoreItem xmlns:ds="http://schemas.openxmlformats.org/officeDocument/2006/customXml" ds:itemID="{CAFED163-E143-4EEB-A735-81C1226AD9B4}">
  <ds:schemaRefs/>
</ds:datastoreItem>
</file>

<file path=customXml/itemProps18.xml><?xml version="1.0" encoding="utf-8"?>
<ds:datastoreItem xmlns:ds="http://schemas.openxmlformats.org/officeDocument/2006/customXml" ds:itemID="{30338C60-725E-4230-8732-6C1737FFCF6F}">
  <ds:schemaRefs/>
</ds:datastoreItem>
</file>

<file path=customXml/itemProps19.xml><?xml version="1.0" encoding="utf-8"?>
<ds:datastoreItem xmlns:ds="http://schemas.openxmlformats.org/officeDocument/2006/customXml" ds:itemID="{AC107CF9-7144-4997-BE7D-1990BE189C9A}">
  <ds:schemaRefs/>
</ds:datastoreItem>
</file>

<file path=customXml/itemProps20.xml><?xml version="1.0" encoding="utf-8"?>
<ds:datastoreItem xmlns:ds="http://schemas.openxmlformats.org/officeDocument/2006/customXml" ds:itemID="{2BC0DC1D-8D15-4194-9A1A-EDACA544CFA6}">
  <ds:schemaRefs/>
</ds:datastoreItem>
</file>

<file path=customXml/itemProps21.xml><?xml version="1.0" encoding="utf-8"?>
<ds:datastoreItem xmlns:ds="http://schemas.openxmlformats.org/officeDocument/2006/customXml" ds:itemID="{364650BF-04B4-4ADF-AE61-286BFE5AF2AD}">
  <ds:schemaRefs/>
</ds:datastoreItem>
</file>

<file path=customXml/itemProps22.xml><?xml version="1.0" encoding="utf-8"?>
<ds:datastoreItem xmlns:ds="http://schemas.openxmlformats.org/officeDocument/2006/customXml" ds:itemID="{A20E27A4-6C3C-428D-ADE7-7DC089C0CD46}">
  <ds:schemaRefs/>
</ds:datastoreItem>
</file>

<file path=customXml/itemProps23.xml><?xml version="1.0" encoding="utf-8"?>
<ds:datastoreItem xmlns:ds="http://schemas.openxmlformats.org/officeDocument/2006/customXml" ds:itemID="{8C320EF3-E45D-49A1-86A9-B0DA20C7CC04}">
  <ds:schemaRefs/>
</ds:datastoreItem>
</file>

<file path=customXml/itemProps24.xml><?xml version="1.0" encoding="utf-8"?>
<ds:datastoreItem xmlns:ds="http://schemas.openxmlformats.org/officeDocument/2006/customXml" ds:itemID="{647B6612-4C79-45CE-9A32-14C2D37B46F1}">
  <ds:schemaRefs/>
</ds:datastoreItem>
</file>

<file path=customXml/itemProps25.xml><?xml version="1.0" encoding="utf-8"?>
<ds:datastoreItem xmlns:ds="http://schemas.openxmlformats.org/officeDocument/2006/customXml" ds:itemID="{33C2836D-CD36-48F0-AE3F-D27BFE792AB7}">
  <ds:schemaRefs/>
</ds:datastoreItem>
</file>

<file path=customXml/itemProps26.xml><?xml version="1.0" encoding="utf-8"?>
<ds:datastoreItem xmlns:ds="http://schemas.openxmlformats.org/officeDocument/2006/customXml" ds:itemID="{6B831CAE-95E4-452E-B3C5-B76AAD78A52A}">
  <ds:schemaRefs/>
</ds:datastoreItem>
</file>

<file path=customXml/itemProps27.xml><?xml version="1.0" encoding="utf-8"?>
<ds:datastoreItem xmlns:ds="http://schemas.openxmlformats.org/officeDocument/2006/customXml" ds:itemID="{00BD3ED4-8ED9-4359-B43B-2C197BC490D9}">
  <ds:schemaRefs/>
</ds:datastoreItem>
</file>

<file path=customXml/itemProps28.xml><?xml version="1.0" encoding="utf-8"?>
<ds:datastoreItem xmlns:ds="http://schemas.openxmlformats.org/officeDocument/2006/customXml" ds:itemID="{915452D2-9D6B-41D9-99FD-4D1CF211FA39}">
  <ds:schemaRefs/>
</ds:datastoreItem>
</file>

<file path=customXml/itemProps29.xml><?xml version="1.0" encoding="utf-8"?>
<ds:datastoreItem xmlns:ds="http://schemas.openxmlformats.org/officeDocument/2006/customXml" ds:itemID="{08BA5A9A-BB8B-4F8E-93CD-455474EF7276}">
  <ds:schemaRefs/>
</ds:datastoreItem>
</file>

<file path=customXml/itemProps30.xml><?xml version="1.0" encoding="utf-8"?>
<ds:datastoreItem xmlns:ds="http://schemas.openxmlformats.org/officeDocument/2006/customXml" ds:itemID="{7C5C44AF-FBA1-4FF3-8C07-71728D2581FD}">
  <ds:schemaRefs/>
</ds:datastoreItem>
</file>

<file path=customXml/itemProps31.xml><?xml version="1.0" encoding="utf-8"?>
<ds:datastoreItem xmlns:ds="http://schemas.openxmlformats.org/officeDocument/2006/customXml" ds:itemID="{C5DD1971-334A-45E9-9D2B-FB6BD8AAE58A}">
  <ds:schemaRefs/>
</ds:datastoreItem>
</file>

<file path=customXml/itemProps32.xml><?xml version="1.0" encoding="utf-8"?>
<ds:datastoreItem xmlns:ds="http://schemas.openxmlformats.org/officeDocument/2006/customXml" ds:itemID="{7BAA13C3-64B7-4D7A-BA49-B0CCD43E2049}">
  <ds:schemaRefs/>
</ds:datastoreItem>
</file>

<file path=customXml/itemProps33.xml><?xml version="1.0" encoding="utf-8"?>
<ds:datastoreItem xmlns:ds="http://schemas.openxmlformats.org/officeDocument/2006/customXml" ds:itemID="{6A0018E2-8AA5-4CE6-A43B-7E69D37BB663}">
  <ds:schemaRefs/>
</ds:datastoreItem>
</file>

<file path=customXml/itemProps34.xml><?xml version="1.0" encoding="utf-8"?>
<ds:datastoreItem xmlns:ds="http://schemas.openxmlformats.org/officeDocument/2006/customXml" ds:itemID="{AD9376BE-3D3E-4586-9139-069C1651B477}">
  <ds:schemaRefs/>
</ds:datastoreItem>
</file>

<file path=customXml/itemProps35.xml><?xml version="1.0" encoding="utf-8"?>
<ds:datastoreItem xmlns:ds="http://schemas.openxmlformats.org/officeDocument/2006/customXml" ds:itemID="{5265E46D-0749-47B1-8243-3C63764C0EFC}">
  <ds:schemaRefs/>
</ds:datastoreItem>
</file>

<file path=customXml/itemProps36.xml><?xml version="1.0" encoding="utf-8"?>
<ds:datastoreItem xmlns:ds="http://schemas.openxmlformats.org/officeDocument/2006/customXml" ds:itemID="{BE3BB7DD-0C86-4747-A387-5C5D191BB970}">
  <ds:schemaRefs/>
</ds:datastoreItem>
</file>

<file path=customXml/itemProps37.xml><?xml version="1.0" encoding="utf-8"?>
<ds:datastoreItem xmlns:ds="http://schemas.openxmlformats.org/officeDocument/2006/customXml" ds:itemID="{3915BD4A-04C4-49F2-B0B9-3E7D336EC799}">
  <ds:schemaRefs/>
</ds:datastoreItem>
</file>

<file path=customXml/itemProps38.xml><?xml version="1.0" encoding="utf-8"?>
<ds:datastoreItem xmlns:ds="http://schemas.openxmlformats.org/officeDocument/2006/customXml" ds:itemID="{F82E9EAE-C942-4F71-8479-8192B35558E2}">
  <ds:schemaRefs/>
</ds:datastoreItem>
</file>

<file path=customXml/itemProps39.xml><?xml version="1.0" encoding="utf-8"?>
<ds:datastoreItem xmlns:ds="http://schemas.openxmlformats.org/officeDocument/2006/customXml" ds:itemID="{D4B66AC3-71C4-4908-9595-93E8B8D76E97}">
  <ds:schemaRefs/>
</ds:datastoreItem>
</file>

<file path=customXml/itemProps40.xml><?xml version="1.0" encoding="utf-8"?>
<ds:datastoreItem xmlns:ds="http://schemas.openxmlformats.org/officeDocument/2006/customXml" ds:itemID="{E4C8E36C-E4C3-4DF8-B9A8-546312449852}">
  <ds:schemaRefs/>
</ds:datastoreItem>
</file>

<file path=customXml/itemProps41.xml><?xml version="1.0" encoding="utf-8"?>
<ds:datastoreItem xmlns:ds="http://schemas.openxmlformats.org/officeDocument/2006/customXml" ds:itemID="{7FD631D3-3AB7-43F0-9FCE-6F65E4127A72}">
  <ds:schemaRefs/>
</ds:datastoreItem>
</file>

<file path=customXml/itemProps4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43.xml><?xml version="1.0" encoding="utf-8"?>
<ds:datastoreItem xmlns:ds="http://schemas.openxmlformats.org/officeDocument/2006/customXml" ds:itemID="{6291F803-2EF0-4E47-96D6-4796950CE6BD}">
  <ds:schemaRefs/>
</ds:datastoreItem>
</file>

<file path=customXml/itemProps44.xml><?xml version="1.0" encoding="utf-8"?>
<ds:datastoreItem xmlns:ds="http://schemas.openxmlformats.org/officeDocument/2006/customXml" ds:itemID="{56B316EE-D9D1-44C3-8C00-AE433A63C836}">
  <ds:schemaRefs/>
</ds:datastoreItem>
</file>

<file path=customXml/itemProps45.xml><?xml version="1.0" encoding="utf-8"?>
<ds:datastoreItem xmlns:ds="http://schemas.openxmlformats.org/officeDocument/2006/customXml" ds:itemID="{E3B787A2-A83F-4E87-A90A-111C61F62E24}">
  <ds:schemaRefs/>
</ds:datastoreItem>
</file>

<file path=customXml/itemProps46.xml><?xml version="1.0" encoding="utf-8"?>
<ds:datastoreItem xmlns:ds="http://schemas.openxmlformats.org/officeDocument/2006/customXml" ds:itemID="{0A230136-8CEC-4C29-A55A-F5FA83CA887A}">
  <ds:schemaRefs/>
</ds:datastoreItem>
</file>

<file path=customXml/itemProps47.xml><?xml version="1.0" encoding="utf-8"?>
<ds:datastoreItem xmlns:ds="http://schemas.openxmlformats.org/officeDocument/2006/customXml" ds:itemID="{B7066F7B-EA61-4071-B961-E1FA19724DC0}">
  <ds:schemaRefs/>
</ds:datastoreItem>
</file>

<file path=customXml/itemProps48.xml><?xml version="1.0" encoding="utf-8"?>
<ds:datastoreItem xmlns:ds="http://schemas.openxmlformats.org/officeDocument/2006/customXml" ds:itemID="{1AB4A281-5EBA-4CA1-A536-6B29C98890B6}">
  <ds:schemaRefs/>
</ds:datastoreItem>
</file>

<file path=customXml/itemProps49.xml><?xml version="1.0" encoding="utf-8"?>
<ds:datastoreItem xmlns:ds="http://schemas.openxmlformats.org/officeDocument/2006/customXml" ds:itemID="{43BC5722-1D5B-4915-8247-E6D5F513E549}">
  <ds:schemaRefs/>
</ds:datastoreItem>
</file>

<file path=customXml/itemProps50.xml><?xml version="1.0" encoding="utf-8"?>
<ds:datastoreItem xmlns:ds="http://schemas.openxmlformats.org/officeDocument/2006/customXml" ds:itemID="{988BE19C-289C-4D51-AC33-2691C170DBEA}">
  <ds:schemaRefs/>
</ds:datastoreItem>
</file>

<file path=customXml/itemProps51.xml><?xml version="1.0" encoding="utf-8"?>
<ds:datastoreItem xmlns:ds="http://schemas.openxmlformats.org/officeDocument/2006/customXml" ds:itemID="{FC77B9F3-C094-489B-8C01-F272F0AF68C6}">
  <ds:schemaRefs/>
</ds:datastoreItem>
</file>

<file path=customXml/itemProps52.xml><?xml version="1.0" encoding="utf-8"?>
<ds:datastoreItem xmlns:ds="http://schemas.openxmlformats.org/officeDocument/2006/customXml" ds:itemID="{56A99A3E-A648-468D-B568-4C0AD8B35441}">
  <ds:schemaRefs/>
</ds:datastoreItem>
</file>

<file path=customXml/itemProps53.xml><?xml version="1.0" encoding="utf-8"?>
<ds:datastoreItem xmlns:ds="http://schemas.openxmlformats.org/officeDocument/2006/customXml" ds:itemID="{C89A946A-C258-4267-A263-69DA8374B547}">
  <ds:schemaRefs/>
</ds:datastoreItem>
</file>

<file path=customXml/itemProps54.xml><?xml version="1.0" encoding="utf-8"?>
<ds:datastoreItem xmlns:ds="http://schemas.openxmlformats.org/officeDocument/2006/customXml" ds:itemID="{65B44A9F-1851-42AC-AD3C-FFC343A07D3A}">
  <ds:schemaRefs/>
</ds:datastoreItem>
</file>

<file path=customXml/itemProps55.xml><?xml version="1.0" encoding="utf-8"?>
<ds:datastoreItem xmlns:ds="http://schemas.openxmlformats.org/officeDocument/2006/customXml" ds:itemID="{00121D97-98F5-4946-8A5D-87D090F11338}">
  <ds:schemaRefs/>
</ds:datastoreItem>
</file>

<file path=customXml/itemProps56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57.xml><?xml version="1.0" encoding="utf-8"?>
<ds:datastoreItem xmlns:ds="http://schemas.openxmlformats.org/officeDocument/2006/customXml" ds:itemID="{1D3A887C-FC1C-482E-BE66-F9B66B0A6227}">
  <ds:schemaRefs/>
</ds:datastoreItem>
</file>

<file path=customXml/itemProps58.xml><?xml version="1.0" encoding="utf-8"?>
<ds:datastoreItem xmlns:ds="http://schemas.openxmlformats.org/officeDocument/2006/customXml" ds:itemID="{9DF1E77E-93BB-43A3-BEC8-6478C2794FA6}">
  <ds:schemaRefs/>
</ds:datastoreItem>
</file>

<file path=customXml/itemProps59.xml><?xml version="1.0" encoding="utf-8"?>
<ds:datastoreItem xmlns:ds="http://schemas.openxmlformats.org/officeDocument/2006/customXml" ds:itemID="{682BF6E6-8993-4A0E-A615-E24230C37DAC}">
  <ds:schemaRefs/>
</ds:datastoreItem>
</file>

<file path=customXml/itemProps60.xml><?xml version="1.0" encoding="utf-8"?>
<ds:datastoreItem xmlns:ds="http://schemas.openxmlformats.org/officeDocument/2006/customXml" ds:itemID="{EC53C6C7-14A0-4237-9C9A-FA78B37E53AB}">
  <ds:schemaRefs/>
</ds:datastoreItem>
</file>

<file path=customXml/itemProps61.xml><?xml version="1.0" encoding="utf-8"?>
<ds:datastoreItem xmlns:ds="http://schemas.openxmlformats.org/officeDocument/2006/customXml" ds:itemID="{AE04A922-1222-46EA-85D1-620CD08A927B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Words>0</Words>
  <Application>Microsoft Office PowerPoint</Application>
  <PresentationFormat>Widescreen</PresentationFormat>
  <Paragraphs>0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Consolas</vt:lpstr>
      <vt:lpstr>AMD Corporate Template_Dark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Sobhee, Shailen</cp:lastModifiedBy>
  <cp:revision>27</cp:revision>
  <cp:lastPrinted>2020-04-30T18:59:47Z</cp:lastPrinted>
  <dcterms:created xsi:type="dcterms:W3CDTF">2021-04-19T14:31:00Z</dcterms:created>
  <dcterms:modified xsi:type="dcterms:W3CDTF">2024-02-12T13:41:35Z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</Properties>
</file>